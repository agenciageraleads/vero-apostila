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DEBB5F"/>
          </a:solidFill>
          <a:ln/>
        </p:spPr>
      </p:sp>
      <p:pic>
        <p:nvPicPr>
          <p:cNvPr id="3" name="Image 0" descr="/Users/Lucas-Lenovo/Vero - Escola de Empresários/_contexto/logos/vero-v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1051560" cy="9067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148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EB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AO PODER PÚBLICO  ·  GOIÁS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" y="25603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Circuito Vero de Turismo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822960" y="3703320"/>
            <a:ext cx="685800" cy="64008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9776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empresarial gratuita para quem sustenta o turismo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 cidades do interior de Goiás.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5532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EBB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escola para empresários de verdade.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VERO — ESCOLA DE EMPRESÁRIOS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PONTO DE PARTIDA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turismo do interior é feito por pequenos empresários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pousada, o restaurante, o guia, o balneário, a loja que atende o visitante. O turista chega — e encontra uma rede de negócios que opera no improviso.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5029200" cy="18288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97480"/>
            <a:ext cx="109728" cy="1828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971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FALTA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88720" y="3291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Esforço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379476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dono abre cedo, fecha tarde, atravessa a temporada no fôlego. Trabalho não é o problema.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2697480"/>
            <a:ext cx="5029200" cy="18288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2697480"/>
            <a:ext cx="109728" cy="18288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971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FALTA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75120" y="3291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Previsibilidade e critério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75120" y="379476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 que atravessa a baixa temporada, padrão de atendimento, preço com método, operação que não depende só do dono.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cidade investe para atrair o turista.  Quem recebe o turista fica por conta própria.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2296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CIRCUITO VERO DE TURISMO — GOIÁS</a:t>
            </a:r>
            <a:endParaRPr lang="en-US" sz="850" dirty="0"/>
          </a:p>
        </p:txBody>
      </p:sp>
      <p:pic>
        <p:nvPicPr>
          <p:cNvPr id="17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6382512"/>
            <a:ext cx="310896" cy="26517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835640" y="6382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56716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PROPOSTA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circuito de imersões gratuitas, cidade por cidade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00400" cy="2377440"/>
          </a:xfrm>
          <a:prstGeom prst="rect">
            <a:avLst/>
          </a:prstGeom>
          <a:solidFill>
            <a:srgbClr val="052B5A"/>
          </a:solidFill>
          <a:ln/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00400" cy="109728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286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DEBB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dia de imersão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143000" y="310896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Geralmente sábado. O empresário entra de manhã e sai no fim do dia com um plano preenchido para o próprio negócio.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920240"/>
            <a:ext cx="3200400" cy="2377440"/>
          </a:xfrm>
          <a:prstGeom prst="rect">
            <a:avLst/>
          </a:prstGeom>
          <a:solidFill>
            <a:srgbClr val="052B5A"/>
          </a:solidFill>
          <a:ln/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920240"/>
            <a:ext cx="3200400" cy="109728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2286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DEBB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Gratuito para o empresário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800600" y="310896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Custeado por verba pública — emenda parlamentar ou orçamento municipal. Fomento com entregável concreto.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200400" cy="2377440"/>
          </a:xfrm>
          <a:prstGeom prst="rect">
            <a:avLst/>
          </a:prstGeom>
          <a:solidFill>
            <a:srgbClr val="052B5A"/>
          </a:solidFill>
          <a:ln/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920240"/>
            <a:ext cx="3200400" cy="109728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2286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DEBB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Método, não palestra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8458200" y="310896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Vero: diagnóstico, conteúdo aplicável e material físico de uso diário. Sem motivacional, sem teoria solta.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709160"/>
            <a:ext cx="10515600" cy="123444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709160"/>
            <a:ext cx="109728" cy="123444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NICHO: TURISMO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88720" y="5230368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o conteúdo é adaptado à realidade de quem vive de visitante: sazonalidade, temporada, fluxo irregular, dependência do clima e do calendário. Não é treinamento genérico com exemplo emprestado.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CIRCUITO VERO DE TURISMO — GOIÁS</a:t>
            </a:r>
            <a:endParaRPr lang="en-US" sz="850" dirty="0"/>
          </a:p>
        </p:txBody>
      </p:sp>
      <p:pic>
        <p:nvPicPr>
          <p:cNvPr id="21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6382512"/>
            <a:ext cx="310896" cy="26517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835640" y="6382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56716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PÚBLICO-ALVO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senta na cadeira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200400" cy="1481328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109728" cy="1481328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20756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Hospedagem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15568" y="2496312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Hotéis, pousadas, chalés, campings.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1874520"/>
            <a:ext cx="3200400" cy="1481328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874520"/>
            <a:ext cx="109728" cy="1481328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0" name="Text 8"/>
          <p:cNvSpPr/>
          <p:nvPr/>
        </p:nvSpPr>
        <p:spPr>
          <a:xfrm>
            <a:off x="4773168" y="20756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Alimentação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773168" y="2496312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Restaurantes, bares, lanchonetes, operações de temporada.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874520"/>
            <a:ext cx="3200400" cy="1481328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874520"/>
            <a:ext cx="109728" cy="1481328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4" name="Text 12"/>
          <p:cNvSpPr/>
          <p:nvPr/>
        </p:nvSpPr>
        <p:spPr>
          <a:xfrm>
            <a:off x="8430768" y="20756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Receptivo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430768" y="2496312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Guias turísticos, agências locais, transporte de visitantes.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630168"/>
            <a:ext cx="3200400" cy="1481328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630168"/>
            <a:ext cx="109728" cy="1481328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8" name="Text 16"/>
          <p:cNvSpPr/>
          <p:nvPr/>
        </p:nvSpPr>
        <p:spPr>
          <a:xfrm>
            <a:off x="1115568" y="383133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Atrativos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115568" y="425196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Cachoeiras, balneários, fazendas de turismo rural e de experiência.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3630168"/>
            <a:ext cx="3200400" cy="1481328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80560" y="3630168"/>
            <a:ext cx="109728" cy="1481328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22" name="Text 20"/>
          <p:cNvSpPr/>
          <p:nvPr/>
        </p:nvSpPr>
        <p:spPr>
          <a:xfrm>
            <a:off x="4773168" y="383133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Comércio turístico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773168" y="425196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Artesanato, conveniência, polos de moda que recebem excursões de compras.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3630168"/>
            <a:ext cx="3200400" cy="1481328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38160" y="3630168"/>
            <a:ext cx="109728" cy="1481328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26" name="Text 24"/>
          <p:cNvSpPr/>
          <p:nvPr/>
        </p:nvSpPr>
        <p:spPr>
          <a:xfrm>
            <a:off x="8430768" y="383133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Eventos &amp; temporada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430768" y="425196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Negócios sazonais: praias de rio, festivais, alta estação.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55321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águas e lagos   ·   praias de rio e temporada   ·   cachoeiras e chapadas   ·   cidades históricas   ·   turismo de compras / moda   ·   turismo rural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2960" y="58704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vocação turística de Goiás tem a sua temporada — e o mesmo problema de base: atravessar a baixa sem desmontar o negócio.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CIRCUITO VERO DE TURISMO — GOIÁS</a:t>
            </a:r>
            <a:endParaRPr lang="en-US" sz="850" dirty="0"/>
          </a:p>
        </p:txBody>
      </p:sp>
      <p:pic>
        <p:nvPicPr>
          <p:cNvPr id="31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6382512"/>
            <a:ext cx="310896" cy="265176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0835640" y="6382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156716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FORMATO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sábado que muda a segunda-feira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841248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109728" cy="841248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91109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Manhã ·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97480" y="1911096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97880" y="1911096"/>
            <a:ext cx="5074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o negócio está: improviso ou previsibilidade. Cada empresário se localiza nos 4 níveis de maturidade do método Vero.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770632"/>
            <a:ext cx="10515600" cy="841248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770632"/>
            <a:ext cx="109728" cy="841248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2898648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Manhã ·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7480" y="2898648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Financeiro no turismo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97880" y="2898648"/>
            <a:ext cx="5074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empresa e vida pessoal. Caixa de temporada: guardar na alta para atravessar a baixa.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758184"/>
            <a:ext cx="10515600" cy="841248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758184"/>
            <a:ext cx="109728" cy="841248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3886200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Tarde · 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3886200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Vendas e operação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97880" y="3886200"/>
            <a:ext cx="5074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 mínimo de atendimento, preço com critério, operação que funciona quando o dono não está.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4745736"/>
            <a:ext cx="10515600" cy="841248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745736"/>
            <a:ext cx="109728" cy="841248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4873752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Tarde · 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97480" y="4873752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Mãos na massa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97880" y="4873752"/>
            <a:ext cx="5074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preenchido pelo próprio empresário, para o próprio negócio. Sai da sala com o plano no papel.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" y="5806440"/>
            <a:ext cx="10515600" cy="502920"/>
          </a:xfrm>
          <a:prstGeom prst="rect">
            <a:avLst/>
          </a:prstGeom>
          <a:solidFill>
            <a:srgbClr val="052B5A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58064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EB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QUE FICA   </a:t>
            </a:r>
            <a:pPr indent="0" marL="0">
              <a:buNone/>
            </a:pPr>
            <a:r>
              <a:rPr lang="en-US" sz="1150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participante leva o material Vero impresso — canvas de preenchimento físico, para usar no dia a dia. Ferramenta de trabalho, não anotação de palestra.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CIRCUITO VERO DE TURISMO — GOIÁS</a:t>
            </a:r>
            <a:endParaRPr lang="en-US" sz="850" dirty="0"/>
          </a:p>
        </p:txBody>
      </p:sp>
      <p:pic>
        <p:nvPicPr>
          <p:cNvPr id="27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6382512"/>
            <a:ext cx="310896" cy="265176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0835640" y="6382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156716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 PÚBLICO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a cidade ganha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029200" cy="1536192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109728" cy="1536192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07568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empresarial qualificada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496312"/>
            <a:ext cx="4407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dinheiro público que atrai o turista passa a encontrar negócios preparados para recebê-lo.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874520"/>
            <a:ext cx="5029200" cy="1536192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874520"/>
            <a:ext cx="109728" cy="1536192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207568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Turista que volta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2496312"/>
            <a:ext cx="4407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 com padrão gera experiência melhor. Experiência melhor gera retorno e recomendação — o marketing mais barato que existe.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685032"/>
            <a:ext cx="5029200" cy="1536192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685032"/>
            <a:ext cx="109728" cy="1536192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8862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Emprego que se sustenta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4306824"/>
            <a:ext cx="4407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Negócio que atravessa a baixa temporada não demite a cada ciclo. Emprego estável no interior é resultado de empresa estável.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685032"/>
            <a:ext cx="5029200" cy="1536192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3685032"/>
            <a:ext cx="109728" cy="1536192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38862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Prestação de contas simples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9400" y="4306824"/>
            <a:ext cx="4407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presença, material entregue, registro fotográfico e diagnóstico aplicado. Fomento com entregável físico e verificável.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5623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Fomentar empreendedorismo não é dar palestra. É deixar método na mão de quem opera.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CIRCUITO VERO DE TURISMO — GOIÁS</a:t>
            </a:r>
            <a:endParaRPr lang="en-US" sz="850" dirty="0"/>
          </a:p>
        </p:txBody>
      </p:sp>
      <p:pic>
        <p:nvPicPr>
          <p:cNvPr id="22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6382512"/>
            <a:ext cx="310896" cy="26517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835640" y="6382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56716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CUSTEIO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paga — e por que faz sentido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896112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109728" cy="896112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92024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Emenda parlamentar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251960" y="1920240"/>
            <a:ext cx="6720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Deputado estadual ou federal destina emenda de fomento ao turismo e ao empreendedorismo para o município. Ação com nome, data, cidade e entregável — fácil de mostrar.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2825496"/>
            <a:ext cx="10515600" cy="896112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825496"/>
            <a:ext cx="109728" cy="896112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96265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Orçamento municipal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251960" y="2962656"/>
            <a:ext cx="6720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Prefeitura contrata via secretaria de Turismo, Desenvolvimento Econômico ou Cultura. Investimento na base econômica da própria cidade.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867912"/>
            <a:ext cx="10515600" cy="896112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867912"/>
            <a:ext cx="109728" cy="896112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00507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Parcerias institucionais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251960" y="4005072"/>
            <a:ext cx="6720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Goiás Turismo, Sebrae-GO, sistema Fecomércio, associações comerciais e CDLs — apoio, mobilização e contrapartida local.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5074920"/>
            <a:ext cx="5029200" cy="1143000"/>
          </a:xfrm>
          <a:prstGeom prst="rect">
            <a:avLst/>
          </a:prstGeom>
          <a:solidFill>
            <a:srgbClr val="052B5A"/>
          </a:solidFill>
          <a:ln/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43000" y="523951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EB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 empresário: custo zero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5577840"/>
            <a:ext cx="4407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mais precisa é quem menos pode pagar. O circuito remove a barreira de entrada.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5074920"/>
            <a:ext cx="5029200" cy="1143000"/>
          </a:xfrm>
          <a:prstGeom prst="rect">
            <a:avLst/>
          </a:prstGeom>
          <a:solidFill>
            <a:srgbClr val="052B5A"/>
          </a:solidFill>
          <a:ln/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29400" y="523951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EB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 público: custo definido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9400" y="5577840"/>
            <a:ext cx="4407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fechado por cidade — condução, material impresso e estrutura. Sem mensalidade, sem cauda de contrato.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CIRCUITO VERO DE TURISMO — GOIÁS</a:t>
            </a:r>
            <a:endParaRPr lang="en-US" sz="850" dirty="0"/>
          </a:p>
        </p:txBody>
      </p:sp>
      <p:pic>
        <p:nvPicPr>
          <p:cNvPr id="23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6382512"/>
            <a:ext cx="310896" cy="26517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0835640" y="6382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156716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EXPANSÃO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baixo para cima — como o próprio método ensina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86868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109728" cy="86868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92808"/>
            <a:ext cx="822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48840" y="1892808"/>
            <a:ext cx="37490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Piloto — cidades menores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080760" y="1892808"/>
            <a:ext cx="48920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 5 cidades turísticas menos frequentadas. Validar formato, material e custo. Começamos onde ninguém chega, não onde todos já estão.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779776"/>
            <a:ext cx="10515600" cy="86868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779776"/>
            <a:ext cx="109728" cy="86868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889504"/>
            <a:ext cx="822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148840" y="2889504"/>
            <a:ext cx="37490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Circuitos regionais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080760" y="2889504"/>
            <a:ext cx="48920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Roteiros completos por vocação: águas, rios de temporada, chapadas, cidades históricas, polos de compras.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776472"/>
            <a:ext cx="10515600" cy="86868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776472"/>
            <a:ext cx="109728" cy="86868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886200"/>
            <a:ext cx="822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148840" y="3886200"/>
            <a:ext cx="37490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Estado inteiro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080760" y="3886200"/>
            <a:ext cx="48920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Cidades-polo e capilaridade estadual, com equipe multidisciplinar formada para conduzir múltiplas frentes.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4773168"/>
            <a:ext cx="10515600" cy="868680"/>
          </a:xfrm>
          <a:prstGeom prst="rect">
            <a:avLst/>
          </a:prstGeom>
          <a:solidFill>
            <a:srgbClr val="052B5A"/>
          </a:solidFill>
          <a:ln/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97280" y="4882896"/>
            <a:ext cx="822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EBB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148840" y="4882896"/>
            <a:ext cx="37490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Horizonte: Ministério do Turismo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080760" y="4882896"/>
            <a:ext cx="48920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circuito comprovado em Goiás como referência de política nacional de qualificação do pequeno empresário do turismo.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Ninguém pula fase. O piloto comprova, o circuito escala. O ministério é consequência — não promessa.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CIRCUITO VERO DE TURISMO — GOIÁS</a:t>
            </a:r>
            <a:endParaRPr lang="en-US" sz="850" dirty="0"/>
          </a:p>
        </p:txBody>
      </p:sp>
      <p:pic>
        <p:nvPicPr>
          <p:cNvPr id="25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6382512"/>
            <a:ext cx="310896" cy="26517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835640" y="6382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56716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CONDUZ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 — Escola de Empresários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Vero é uma escola de formação e validação operacional de empresários. Não é curso motivacional, não é mentoria, não é autoajuda. É método: 4 níveis de maturidade, 4 pilares de gestão, material próprio construído para quem opera — não para quem assiste.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880360"/>
            <a:ext cx="5029200" cy="246888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880360"/>
            <a:ext cx="109728" cy="246888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31729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POSICIONAMENTO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88720" y="3538728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“Uma escola para</a:t>
            </a:r>
            <a:endParaRPr lang="en-US" sz="1900" dirty="0"/>
          </a:p>
          <a:p>
            <a:pPr indent="0" marL="0">
              <a:buNone/>
            </a:pPr>
            <a:r>
              <a:rPr lang="en-US" sz="1900" b="1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empresários de verdade.”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88720" y="457200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executa, permanece. O método cobra execução — do aluno e de quem ensina.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880360"/>
            <a:ext cx="5029200" cy="246888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2880360"/>
            <a:ext cx="109728" cy="246888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31729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CONDUÇÃO PRESENCIAL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75120" y="353872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Lucas e Ernane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75120" y="411480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Imersões conduzidas pelos sócios, com material didático próprio da escola nos pilares Financeiro, Vendas, Operação e Pessoas.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CIRCUITO VERO DE TURISMO — GOIÁS</a:t>
            </a:r>
            <a:endParaRPr lang="en-US" sz="850" dirty="0"/>
          </a:p>
        </p:txBody>
      </p:sp>
      <p:pic>
        <p:nvPicPr>
          <p:cNvPr id="16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6382512"/>
            <a:ext cx="310896" cy="2651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835640" y="6382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567160" y="6382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EB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Começar pequeno. Comprovar. Expandir.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10515600" cy="914400"/>
          </a:xfrm>
          <a:prstGeom prst="rect">
            <a:avLst/>
          </a:prstGeom>
          <a:solidFill>
            <a:srgbClr val="052B5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40280"/>
            <a:ext cx="109728" cy="9144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368296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EBB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148840" y="236829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Definir a cidade-piloto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63640" y="2368296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Junto com prefeitura ou gabinete parlamentar interessado.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319272"/>
            <a:ext cx="10515600" cy="914400"/>
          </a:xfrm>
          <a:prstGeom prst="rect">
            <a:avLst/>
          </a:prstGeom>
          <a:solidFill>
            <a:srgbClr val="052B5A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319272"/>
            <a:ext cx="109728" cy="9144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447288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EBB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148840" y="344728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Fechar data e mobilização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63640" y="3447288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Sábado de imersão + convocação dos empresários locais via secretaria e associações.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398264"/>
            <a:ext cx="10515600" cy="914400"/>
          </a:xfrm>
          <a:prstGeom prst="rect">
            <a:avLst/>
          </a:prstGeom>
          <a:solidFill>
            <a:srgbClr val="052B5A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4398264"/>
            <a:ext cx="109728" cy="9144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52628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EBB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148840" y="452628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Realizar, registrar, prestar contas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4526280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Imersão entregue, material na mão do empresário, relatório para o financiador.</a:t>
            </a:r>
            <a:endParaRPr lang="en-US" sz="1150" dirty="0"/>
          </a:p>
        </p:txBody>
      </p:sp>
      <p:pic>
        <p:nvPicPr>
          <p:cNvPr id="20" name="Image 0" descr="/Users/Lucas-Lenovo/Vero - Escola de Empresários/_contexto/logos/vero-v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806440"/>
            <a:ext cx="566928" cy="48887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600200" y="5897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VERO — ESCOLA DE EMPRESÁRIOS  ·  GOIÁS  · 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Circuito Vero de Turismo — Goiás</dc:title>
  <dc:subject>PptxGenJS Presentation</dc:subject>
  <dc:creator>Vero — Escola de Empresários</dc:creator>
  <cp:lastModifiedBy>Vero — Escola de Empresários</cp:lastModifiedBy>
  <cp:revision>1</cp:revision>
  <dcterms:created xsi:type="dcterms:W3CDTF">2026-07-18T14:40:59Z</dcterms:created>
  <dcterms:modified xsi:type="dcterms:W3CDTF">2026-07-18T14:40:59Z</dcterms:modified>
</cp:coreProperties>
</file>